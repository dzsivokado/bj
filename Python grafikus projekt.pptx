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8450F7-5AA8-5348-B31D-EE5DCE346644}" v="520" dt="2026-10-13T09:18:58.277"/>
    <p1510:client id="{62FEB5AE-30D2-1865-7021-62BA493566C9}" v="6" dt="2026-10-13T17:41:50.451"/>
    <p1510:client id="{DDF82846-582F-CA6F-D2E6-AFB033DDB128}" v="264" dt="2026-10-12T18:51:10.0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y Krisztián" userId="S::nagykrisztian@gszi.edu.hu::9f9a89ad-2537-4de1-adc5-1f36d61ef931" providerId="AD" clId="Web-{DDF82846-582F-CA6F-D2E6-AFB033DDB128}"/>
    <pc:docChg chg="modSld">
      <pc:chgData name="Nagy Krisztián" userId="S::nagykrisztian@gszi.edu.hu::9f9a89ad-2537-4de1-adc5-1f36d61ef931" providerId="AD" clId="Web-{DDF82846-582F-CA6F-D2E6-AFB033DDB128}" dt="2026-10-12T18:51:10.012" v="140" actId="20577"/>
      <pc:docMkLst>
        <pc:docMk/>
      </pc:docMkLst>
      <pc:sldChg chg="addSp modSp">
        <pc:chgData name="Nagy Krisztián" userId="S::nagykrisztian@gszi.edu.hu::9f9a89ad-2537-4de1-adc5-1f36d61ef931" providerId="AD" clId="Web-{DDF82846-582F-CA6F-D2E6-AFB033DDB128}" dt="2026-10-12T18:51:10.012" v="140" actId="20577"/>
        <pc:sldMkLst>
          <pc:docMk/>
          <pc:sldMk cId="1333727265" sldId="257"/>
        </pc:sldMkLst>
        <pc:spChg chg="mod">
          <ac:chgData name="Nagy Krisztián" userId="S::nagykrisztian@gszi.edu.hu::9f9a89ad-2537-4de1-adc5-1f36d61ef931" providerId="AD" clId="Web-{DDF82846-582F-CA6F-D2E6-AFB033DDB128}" dt="2026-10-12T18:51:10.012" v="140" actId="20577"/>
          <ac:spMkLst>
            <pc:docMk/>
            <pc:sldMk cId="1333727265" sldId="257"/>
            <ac:spMk id="2" creationId="{45D2C1DB-1E9E-4B06-AC63-707609872FCB}"/>
          </ac:spMkLst>
        </pc:spChg>
        <pc:spChg chg="add mod">
          <ac:chgData name="Nagy Krisztián" userId="S::nagykrisztian@gszi.edu.hu::9f9a89ad-2537-4de1-adc5-1f36d61ef931" providerId="AD" clId="Web-{DDF82846-582F-CA6F-D2E6-AFB033DDB128}" dt="2026-10-12T18:50:48.683" v="133" actId="20577"/>
          <ac:spMkLst>
            <pc:docMk/>
            <pc:sldMk cId="1333727265" sldId="257"/>
            <ac:spMk id="3" creationId="{49AA91BC-2008-A2D2-1C44-3C6977E01521}"/>
          </ac:spMkLst>
        </pc:spChg>
        <pc:picChg chg="mod">
          <ac:chgData name="Nagy Krisztián" userId="S::nagykrisztian@gszi.edu.hu::9f9a89ad-2537-4de1-adc5-1f36d61ef931" providerId="AD" clId="Web-{DDF82846-582F-CA6F-D2E6-AFB033DDB128}" dt="2026-10-12T18:40:35.590" v="1" actId="14100"/>
          <ac:picMkLst>
            <pc:docMk/>
            <pc:sldMk cId="1333727265" sldId="257"/>
            <ac:picMk id="5" creationId="{3F9A8AB4-1BB7-4EFF-945D-70B2E9F3C6AD}"/>
          </ac:picMkLst>
        </pc:picChg>
      </pc:sldChg>
    </pc:docChg>
  </pc:docChgLst>
  <pc:docChgLst>
    <pc:chgData name="Nagy Krisztián" userId="S::nagykrisztian@gszi.edu.hu::9f9a89ad-2537-4de1-adc5-1f36d61ef931" providerId="AD" clId="Web-{108450F7-5AA8-5348-B31D-EE5DCE346644}"/>
    <pc:docChg chg="addSld delSld modSld">
      <pc:chgData name="Nagy Krisztián" userId="S::nagykrisztian@gszi.edu.hu::9f9a89ad-2537-4de1-adc5-1f36d61ef931" providerId="AD" clId="Web-{108450F7-5AA8-5348-B31D-EE5DCE346644}" dt="2026-10-13T09:18:58.277" v="324" actId="20577"/>
      <pc:docMkLst>
        <pc:docMk/>
      </pc:docMkLst>
      <pc:sldChg chg="modTransition">
        <pc:chgData name="Nagy Krisztián" userId="S::nagykrisztian@gszi.edu.hu::9f9a89ad-2537-4de1-adc5-1f36d61ef931" providerId="AD" clId="Web-{108450F7-5AA8-5348-B31D-EE5DCE346644}" dt="2026-10-13T09:13:47.729" v="276"/>
        <pc:sldMkLst>
          <pc:docMk/>
          <pc:sldMk cId="3736032335" sldId="256"/>
        </pc:sldMkLst>
      </pc:sldChg>
      <pc:sldChg chg="addSp modSp mod modTransition setBg">
        <pc:chgData name="Nagy Krisztián" userId="S::nagykrisztian@gszi.edu.hu::9f9a89ad-2537-4de1-adc5-1f36d61ef931" providerId="AD" clId="Web-{108450F7-5AA8-5348-B31D-EE5DCE346644}" dt="2026-10-13T09:13:47.729" v="280"/>
        <pc:sldMkLst>
          <pc:docMk/>
          <pc:sldMk cId="1333727265" sldId="257"/>
        </pc:sldMkLst>
        <pc:spChg chg="mod">
          <ac:chgData name="Nagy Krisztián" userId="S::nagykrisztian@gszi.edu.hu::9f9a89ad-2537-4de1-adc5-1f36d61ef931" providerId="AD" clId="Web-{108450F7-5AA8-5348-B31D-EE5DCE346644}" dt="2026-10-13T09:13:36.182" v="275" actId="20577"/>
          <ac:spMkLst>
            <pc:docMk/>
            <pc:sldMk cId="1333727265" sldId="257"/>
            <ac:spMk id="2" creationId="{45D2C1DB-1E9E-4B06-AC63-707609872FCB}"/>
          </ac:spMkLst>
        </pc:spChg>
        <pc:spChg chg="mod">
          <ac:chgData name="Nagy Krisztián" userId="S::nagykrisztian@gszi.edu.hu::9f9a89ad-2537-4de1-adc5-1f36d61ef931" providerId="AD" clId="Web-{108450F7-5AA8-5348-B31D-EE5DCE346644}" dt="2026-10-13T09:13:28.292" v="272"/>
          <ac:spMkLst>
            <pc:docMk/>
            <pc:sldMk cId="1333727265" sldId="257"/>
            <ac:spMk id="3" creationId="{49AA91BC-2008-A2D2-1C44-3C6977E01521}"/>
          </ac:spMkLst>
        </pc:spChg>
        <pc:spChg chg="add">
          <ac:chgData name="Nagy Krisztián" userId="S::nagykrisztian@gszi.edu.hu::9f9a89ad-2537-4de1-adc5-1f36d61ef931" providerId="AD" clId="Web-{108450F7-5AA8-5348-B31D-EE5DCE346644}" dt="2026-10-13T09:13:28.292" v="272"/>
          <ac:spMkLst>
            <pc:docMk/>
            <pc:sldMk cId="1333727265" sldId="257"/>
            <ac:spMk id="10" creationId="{B086532B-5A3E-44A5-A0C2-22A0DB316C40}"/>
          </ac:spMkLst>
        </pc:spChg>
        <pc:picChg chg="mod ord">
          <ac:chgData name="Nagy Krisztián" userId="S::nagykrisztian@gszi.edu.hu::9f9a89ad-2537-4de1-adc5-1f36d61ef931" providerId="AD" clId="Web-{108450F7-5AA8-5348-B31D-EE5DCE346644}" dt="2026-10-13T09:13:28.292" v="272"/>
          <ac:picMkLst>
            <pc:docMk/>
            <pc:sldMk cId="1333727265" sldId="257"/>
            <ac:picMk id="5" creationId="{3F9A8AB4-1BB7-4EFF-945D-70B2E9F3C6AD}"/>
          </ac:picMkLst>
        </pc:picChg>
      </pc:sldChg>
      <pc:sldChg chg="new del">
        <pc:chgData name="Nagy Krisztián" userId="S::nagykrisztian@gszi.edu.hu::9f9a89ad-2537-4de1-adc5-1f36d61ef931" providerId="AD" clId="Web-{108450F7-5AA8-5348-B31D-EE5DCE346644}" dt="2026-10-13T08:51:47.584" v="16"/>
        <pc:sldMkLst>
          <pc:docMk/>
          <pc:sldMk cId="3546976231" sldId="258"/>
        </pc:sldMkLst>
      </pc:sldChg>
      <pc:sldChg chg="addSp delSp modSp add mod replId modTransition setBg">
        <pc:chgData name="Nagy Krisztián" userId="S::nagykrisztian@gszi.edu.hu::9f9a89ad-2537-4de1-adc5-1f36d61ef931" providerId="AD" clId="Web-{108450F7-5AA8-5348-B31D-EE5DCE346644}" dt="2026-10-13T09:13:47.729" v="277"/>
        <pc:sldMkLst>
          <pc:docMk/>
          <pc:sldMk cId="1693295653" sldId="259"/>
        </pc:sldMkLst>
        <pc:spChg chg="mod">
          <ac:chgData name="Nagy Krisztián" userId="S::nagykrisztian@gszi.edu.hu::9f9a89ad-2537-4de1-adc5-1f36d61ef931" providerId="AD" clId="Web-{108450F7-5AA8-5348-B31D-EE5DCE346644}" dt="2026-10-13T09:13:21.510" v="271"/>
          <ac:spMkLst>
            <pc:docMk/>
            <pc:sldMk cId="1693295653" sldId="259"/>
            <ac:spMk id="2" creationId="{9AB4C64D-BD2C-4628-77F5-B038B92D733E}"/>
          </ac:spMkLst>
        </pc:spChg>
        <pc:spChg chg="mod ord">
          <ac:chgData name="Nagy Krisztián" userId="S::nagykrisztian@gszi.edu.hu::9f9a89ad-2537-4de1-adc5-1f36d61ef931" providerId="AD" clId="Web-{108450F7-5AA8-5348-B31D-EE5DCE346644}" dt="2026-10-13T09:13:21.510" v="271"/>
          <ac:spMkLst>
            <pc:docMk/>
            <pc:sldMk cId="1693295653" sldId="259"/>
            <ac:spMk id="3" creationId="{C706B6E9-48EC-C391-0D4F-57483E6BE7F4}"/>
          </ac:spMkLst>
        </pc:spChg>
        <pc:spChg chg="add del mod">
          <ac:chgData name="Nagy Krisztián" userId="S::nagykrisztian@gszi.edu.hu::9f9a89ad-2537-4de1-adc5-1f36d61ef931" providerId="AD" clId="Web-{108450F7-5AA8-5348-B31D-EE5DCE346644}" dt="2026-10-13T08:52:10.194" v="18"/>
          <ac:spMkLst>
            <pc:docMk/>
            <pc:sldMk cId="1693295653" sldId="259"/>
            <ac:spMk id="6" creationId="{E96E1DF8-0A65-349C-D8D1-581BF5767E67}"/>
          </ac:spMkLst>
        </pc:spChg>
        <pc:picChg chg="del">
          <ac:chgData name="Nagy Krisztián" userId="S::nagykrisztian@gszi.edu.hu::9f9a89ad-2537-4de1-adc5-1f36d61ef931" providerId="AD" clId="Web-{108450F7-5AA8-5348-B31D-EE5DCE346644}" dt="2026-10-13T08:51:58.381" v="17"/>
          <ac:picMkLst>
            <pc:docMk/>
            <pc:sldMk cId="1693295653" sldId="259"/>
            <ac:picMk id="5" creationId="{83301D58-FBCA-4B3A-B962-B6B8CCE93954}"/>
          </ac:picMkLst>
        </pc:picChg>
        <pc:picChg chg="add mod ord">
          <ac:chgData name="Nagy Krisztián" userId="S::nagykrisztian@gszi.edu.hu::9f9a89ad-2537-4de1-adc5-1f36d61ef931" providerId="AD" clId="Web-{108450F7-5AA8-5348-B31D-EE5DCE346644}" dt="2026-10-13T09:13:21.510" v="271"/>
          <ac:picMkLst>
            <pc:docMk/>
            <pc:sldMk cId="1693295653" sldId="259"/>
            <ac:picMk id="7" creationId="{8B26D275-875A-46DD-B36C-3B3161AF1451}"/>
          </ac:picMkLst>
        </pc:picChg>
        <pc:picChg chg="add mod">
          <ac:chgData name="Nagy Krisztián" userId="S::nagykrisztian@gszi.edu.hu::9f9a89ad-2537-4de1-adc5-1f36d61ef931" providerId="AD" clId="Web-{108450F7-5AA8-5348-B31D-EE5DCE346644}" dt="2026-10-13T09:13:21.510" v="271"/>
          <ac:picMkLst>
            <pc:docMk/>
            <pc:sldMk cId="1693295653" sldId="259"/>
            <ac:picMk id="8" creationId="{80D74942-C047-1F56-099A-B11D47D5A6E6}"/>
          </ac:picMkLst>
        </pc:picChg>
      </pc:sldChg>
      <pc:sldChg chg="addSp delSp modSp add mod replId modTransition setBg">
        <pc:chgData name="Nagy Krisztián" userId="S::nagykrisztian@gszi.edu.hu::9f9a89ad-2537-4de1-adc5-1f36d61ef931" providerId="AD" clId="Web-{108450F7-5AA8-5348-B31D-EE5DCE346644}" dt="2026-10-13T09:13:47.729" v="279"/>
        <pc:sldMkLst>
          <pc:docMk/>
          <pc:sldMk cId="3148586113" sldId="260"/>
        </pc:sldMkLst>
        <pc:spChg chg="mod">
          <ac:chgData name="Nagy Krisztián" userId="S::nagykrisztian@gszi.edu.hu::9f9a89ad-2537-4de1-adc5-1f36d61ef931" providerId="AD" clId="Web-{108450F7-5AA8-5348-B31D-EE5DCE346644}" dt="2026-10-13T09:13:13.588" v="270"/>
          <ac:spMkLst>
            <pc:docMk/>
            <pc:sldMk cId="3148586113" sldId="260"/>
            <ac:spMk id="2" creationId="{C1DCAA35-FFFE-1411-7BD6-20D74A671542}"/>
          </ac:spMkLst>
        </pc:spChg>
        <pc:spChg chg="mod">
          <ac:chgData name="Nagy Krisztián" userId="S::nagykrisztian@gszi.edu.hu::9f9a89ad-2537-4de1-adc5-1f36d61ef931" providerId="AD" clId="Web-{108450F7-5AA8-5348-B31D-EE5DCE346644}" dt="2026-10-13T09:13:13.588" v="270"/>
          <ac:spMkLst>
            <pc:docMk/>
            <pc:sldMk cId="3148586113" sldId="260"/>
            <ac:spMk id="3" creationId="{23323C74-7FF8-1DC4-B967-673956D16DE6}"/>
          </ac:spMkLst>
        </pc:spChg>
        <pc:spChg chg="add">
          <ac:chgData name="Nagy Krisztián" userId="S::nagykrisztian@gszi.edu.hu::9f9a89ad-2537-4de1-adc5-1f36d61ef931" providerId="AD" clId="Web-{108450F7-5AA8-5348-B31D-EE5DCE346644}" dt="2026-10-13T09:13:13.588" v="270"/>
          <ac:spMkLst>
            <pc:docMk/>
            <pc:sldMk cId="3148586113" sldId="260"/>
            <ac:spMk id="9" creationId="{B086532B-5A3E-44A5-A0C2-22A0DB316C40}"/>
          </ac:spMkLst>
        </pc:spChg>
        <pc:picChg chg="add mod">
          <ac:chgData name="Nagy Krisztián" userId="S::nagykrisztian@gszi.edu.hu::9f9a89ad-2537-4de1-adc5-1f36d61ef931" providerId="AD" clId="Web-{108450F7-5AA8-5348-B31D-EE5DCE346644}" dt="2026-10-13T09:13:13.588" v="270"/>
          <ac:picMkLst>
            <pc:docMk/>
            <pc:sldMk cId="3148586113" sldId="260"/>
            <ac:picMk id="4" creationId="{779B3527-F1B0-36B4-B61F-C23BF04DFA5D}"/>
          </ac:picMkLst>
        </pc:picChg>
        <pc:picChg chg="del">
          <ac:chgData name="Nagy Krisztián" userId="S::nagykrisztian@gszi.edu.hu::9f9a89ad-2537-4de1-adc5-1f36d61ef931" providerId="AD" clId="Web-{108450F7-5AA8-5348-B31D-EE5DCE346644}" dt="2026-10-13T09:04:53.321" v="75"/>
          <ac:picMkLst>
            <pc:docMk/>
            <pc:sldMk cId="3148586113" sldId="260"/>
            <ac:picMk id="7" creationId="{8AA56D9E-E6BD-E00D-7C47-66CA95ED40CC}"/>
          </ac:picMkLst>
        </pc:picChg>
        <pc:picChg chg="del">
          <ac:chgData name="Nagy Krisztián" userId="S::nagykrisztian@gszi.edu.hu::9f9a89ad-2537-4de1-adc5-1f36d61ef931" providerId="AD" clId="Web-{108450F7-5AA8-5348-B31D-EE5DCE346644}" dt="2026-10-13T09:04:52.493" v="74"/>
          <ac:picMkLst>
            <pc:docMk/>
            <pc:sldMk cId="3148586113" sldId="260"/>
            <ac:picMk id="8" creationId="{BBC45D5C-84A5-C0AE-0D62-2F93B190FEAD}"/>
          </ac:picMkLst>
        </pc:picChg>
      </pc:sldChg>
      <pc:sldChg chg="addSp delSp modSp add mod replId modTransition setBg">
        <pc:chgData name="Nagy Krisztián" userId="S::nagykrisztian@gszi.edu.hu::9f9a89ad-2537-4de1-adc5-1f36d61ef931" providerId="AD" clId="Web-{108450F7-5AA8-5348-B31D-EE5DCE346644}" dt="2026-10-13T09:18:58.277" v="324" actId="20577"/>
        <pc:sldMkLst>
          <pc:docMk/>
          <pc:sldMk cId="3481476995" sldId="261"/>
        </pc:sldMkLst>
        <pc:spChg chg="mod">
          <ac:chgData name="Nagy Krisztián" userId="S::nagykrisztian@gszi.edu.hu::9f9a89ad-2537-4de1-adc5-1f36d61ef931" providerId="AD" clId="Web-{108450F7-5AA8-5348-B31D-EE5DCE346644}" dt="2026-10-13T09:13:06.120" v="269"/>
          <ac:spMkLst>
            <pc:docMk/>
            <pc:sldMk cId="3481476995" sldId="261"/>
            <ac:spMk id="2" creationId="{045B8054-03F0-8A79-E100-E0C58104AB67}"/>
          </ac:spMkLst>
        </pc:spChg>
        <pc:spChg chg="mod">
          <ac:chgData name="Nagy Krisztián" userId="S::nagykrisztian@gszi.edu.hu::9f9a89ad-2537-4de1-adc5-1f36d61ef931" providerId="AD" clId="Web-{108450F7-5AA8-5348-B31D-EE5DCE346644}" dt="2026-10-13T09:18:58.277" v="324" actId="20577"/>
          <ac:spMkLst>
            <pc:docMk/>
            <pc:sldMk cId="3481476995" sldId="261"/>
            <ac:spMk id="3" creationId="{E81CC2F5-C6F5-1FAC-E6E7-EA3D11D458BB}"/>
          </ac:spMkLst>
        </pc:spChg>
        <pc:picChg chg="del">
          <ac:chgData name="Nagy Krisztián" userId="S::nagykrisztian@gszi.edu.hu::9f9a89ad-2537-4de1-adc5-1f36d61ef931" providerId="AD" clId="Web-{108450F7-5AA8-5348-B31D-EE5DCE346644}" dt="2026-10-13T09:11:28.494" v="235"/>
          <ac:picMkLst>
            <pc:docMk/>
            <pc:sldMk cId="3481476995" sldId="261"/>
            <ac:picMk id="4" creationId="{69BEDA05-2555-61FB-4537-8B9370C53EED}"/>
          </ac:picMkLst>
        </pc:picChg>
        <pc:picChg chg="add mod">
          <ac:chgData name="Nagy Krisztián" userId="S::nagykrisztian@gszi.edu.hu::9f9a89ad-2537-4de1-adc5-1f36d61ef931" providerId="AD" clId="Web-{108450F7-5AA8-5348-B31D-EE5DCE346644}" dt="2026-10-13T09:13:06.120" v="269"/>
          <ac:picMkLst>
            <pc:docMk/>
            <pc:sldMk cId="3481476995" sldId="261"/>
            <ac:picMk id="5" creationId="{02FCE58F-4C90-29FF-D855-8F62A5A9A14B}"/>
          </ac:picMkLst>
        </pc:picChg>
      </pc:sldChg>
    </pc:docChg>
  </pc:docChgLst>
  <pc:docChgLst>
    <pc:chgData name="Nagy Krisztián" userId="S::nagykrisztian@gszi.edu.hu::9f9a89ad-2537-4de1-adc5-1f36d61ef931" providerId="AD" clId="Web-{62FEB5AE-30D2-1865-7021-62BA493566C9}"/>
    <pc:docChg chg="modSld">
      <pc:chgData name="Nagy Krisztián" userId="S::nagykrisztian@gszi.edu.hu::9f9a89ad-2537-4de1-adc5-1f36d61ef931" providerId="AD" clId="Web-{62FEB5AE-30D2-1865-7021-62BA493566C9}" dt="2026-10-13T17:41:50.451" v="5" actId="20577"/>
      <pc:docMkLst>
        <pc:docMk/>
      </pc:docMkLst>
      <pc:sldChg chg="modSp">
        <pc:chgData name="Nagy Krisztián" userId="S::nagykrisztian@gszi.edu.hu::9f9a89ad-2537-4de1-adc5-1f36d61ef931" providerId="AD" clId="Web-{62FEB5AE-30D2-1865-7021-62BA493566C9}" dt="2026-10-13T17:41:50.451" v="5" actId="20577"/>
        <pc:sldMkLst>
          <pc:docMk/>
          <pc:sldMk cId="1333727265" sldId="257"/>
        </pc:sldMkLst>
        <pc:spChg chg="mod">
          <ac:chgData name="Nagy Krisztián" userId="S::nagykrisztian@gszi.edu.hu::9f9a89ad-2537-4de1-adc5-1f36d61ef931" providerId="AD" clId="Web-{62FEB5AE-30D2-1865-7021-62BA493566C9}" dt="2026-10-13T17:41:50.451" v="5" actId="20577"/>
          <ac:spMkLst>
            <pc:docMk/>
            <pc:sldMk cId="1333727265" sldId="257"/>
            <ac:spMk id="3" creationId="{49AA91BC-2008-A2D2-1C44-3C6977E01521}"/>
          </ac:spMkLst>
        </pc:spChg>
      </pc:sldChg>
      <pc:sldChg chg="modSp">
        <pc:chgData name="Nagy Krisztián" userId="S::nagykrisztian@gszi.edu.hu::9f9a89ad-2537-4de1-adc5-1f36d61ef931" providerId="AD" clId="Web-{62FEB5AE-30D2-1865-7021-62BA493566C9}" dt="2026-10-13T17:40:45.934" v="0" actId="20577"/>
        <pc:sldMkLst>
          <pc:docMk/>
          <pc:sldMk cId="1693295653" sldId="259"/>
        </pc:sldMkLst>
        <pc:spChg chg="mod">
          <ac:chgData name="Nagy Krisztián" userId="S::nagykrisztian@gszi.edu.hu::9f9a89ad-2537-4de1-adc5-1f36d61ef931" providerId="AD" clId="Web-{62FEB5AE-30D2-1865-7021-62BA493566C9}" dt="2026-10-13T17:40:45.934" v="0" actId="20577"/>
          <ac:spMkLst>
            <pc:docMk/>
            <pc:sldMk cId="1693295653" sldId="259"/>
            <ac:spMk id="3" creationId="{C706B6E9-48EC-C391-0D4F-57483E6BE7F4}"/>
          </ac:spMkLst>
        </pc:spChg>
      </pc:sldChg>
      <pc:sldChg chg="modSp">
        <pc:chgData name="Nagy Krisztián" userId="S::nagykrisztian@gszi.edu.hu::9f9a89ad-2537-4de1-adc5-1f36d61ef931" providerId="AD" clId="Web-{62FEB5AE-30D2-1865-7021-62BA493566C9}" dt="2026-10-13T17:41:05.372" v="2" actId="20577"/>
        <pc:sldMkLst>
          <pc:docMk/>
          <pc:sldMk cId="3148586113" sldId="260"/>
        </pc:sldMkLst>
        <pc:spChg chg="mod">
          <ac:chgData name="Nagy Krisztián" userId="S::nagykrisztian@gszi.edu.hu::9f9a89ad-2537-4de1-adc5-1f36d61ef931" providerId="AD" clId="Web-{62FEB5AE-30D2-1865-7021-62BA493566C9}" dt="2026-10-13T17:41:05.372" v="2" actId="20577"/>
          <ac:spMkLst>
            <pc:docMk/>
            <pc:sldMk cId="3148586113" sldId="260"/>
            <ac:spMk id="3" creationId="{23323C74-7FF8-1DC4-B967-673956D16DE6}"/>
          </ac:spMkLst>
        </pc:spChg>
      </pc:sldChg>
      <pc:sldChg chg="modSp">
        <pc:chgData name="Nagy Krisztián" userId="S::nagykrisztian@gszi.edu.hu::9f9a89ad-2537-4de1-adc5-1f36d61ef931" providerId="AD" clId="Web-{62FEB5AE-30D2-1865-7021-62BA493566C9}" dt="2026-10-13T17:41:38.217" v="4" actId="20577"/>
        <pc:sldMkLst>
          <pc:docMk/>
          <pc:sldMk cId="3481476995" sldId="261"/>
        </pc:sldMkLst>
        <pc:spChg chg="mod">
          <ac:chgData name="Nagy Krisztián" userId="S::nagykrisztian@gszi.edu.hu::9f9a89ad-2537-4de1-adc5-1f36d61ef931" providerId="AD" clId="Web-{62FEB5AE-30D2-1865-7021-62BA493566C9}" dt="2026-10-13T17:41:38.217" v="4" actId="20577"/>
          <ac:spMkLst>
            <pc:docMk/>
            <pc:sldMk cId="3481476995" sldId="261"/>
            <ac:spMk id="3" creationId="{E81CC2F5-C6F5-1FAC-E6E7-EA3D11D458B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EE45838-4091-4D97-8704-9E69B999ABF3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37EC463-B64A-449A-9B89-321CEE99E05F}" type="slidenum">
              <a:rPr lang="hu-HU" smtClean="0"/>
              <a:t>‹#›</a:t>
            </a:fld>
            <a:endParaRPr lang="hu-H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519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5838-4091-4D97-8704-9E69B999ABF3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C463-B64A-449A-9B89-321CEE99E0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53669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5838-4091-4D97-8704-9E69B999ABF3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C463-B64A-449A-9B89-321CEE99E05F}" type="slidenum">
              <a:rPr lang="hu-HU" smtClean="0"/>
              <a:t>‹#›</a:t>
            </a:fld>
            <a:endParaRPr lang="hu-H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06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5838-4091-4D97-8704-9E69B999ABF3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C463-B64A-449A-9B89-321CEE99E0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074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5838-4091-4D97-8704-9E69B999ABF3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C463-B64A-449A-9B89-321CEE99E0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9502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5838-4091-4D97-8704-9E69B999ABF3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C463-B64A-449A-9B89-321CEE99E0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4348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5838-4091-4D97-8704-9E69B999ABF3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C463-B64A-449A-9B89-321CEE99E0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094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5838-4091-4D97-8704-9E69B999ABF3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C463-B64A-449A-9B89-321CEE99E0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0741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5838-4091-4D97-8704-9E69B999ABF3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C463-B64A-449A-9B89-321CEE99E0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9511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5838-4091-4D97-8704-9E69B999ABF3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C463-B64A-449A-9B89-321CEE99E0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7224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5838-4091-4D97-8704-9E69B999ABF3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C463-B64A-449A-9B89-321CEE99E0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66331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EE45838-4091-4D97-8704-9E69B999ABF3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537EC463-B64A-449A-9B89-321CEE99E0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54789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7F5AE3D-F4A5-4895-B3D3-C868C7D6E3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Python grafikus projekt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4E2CC3A-6D1B-415C-A419-4C5AAB7529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Nagy Krisztián</a:t>
            </a:r>
          </a:p>
        </p:txBody>
      </p:sp>
    </p:spTree>
    <p:extLst>
      <p:ext uri="{BB962C8B-B14F-4D97-AF65-F5344CB8AC3E}">
        <p14:creationId xmlns:p14="http://schemas.microsoft.com/office/powerpoint/2010/main" val="373603233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86532B-5A3E-44A5-A0C2-22A0DB316C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5D2C1DB-1E9E-4B06-AC63-707609872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64" y="609600"/>
            <a:ext cx="699391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>
              <a:buAutoNum type="arabicPeriod"/>
            </a:pPr>
            <a:r>
              <a:rPr lang="en-US" dirty="0" err="1"/>
              <a:t>hét</a:t>
            </a:r>
            <a:endParaRPr lang="hu-HU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AA91BC-2008-A2D2-1C44-3C6977E01521}"/>
              </a:ext>
            </a:extLst>
          </p:cNvPr>
          <p:cNvSpPr txBox="1"/>
          <p:nvPr/>
        </p:nvSpPr>
        <p:spPr>
          <a:xfrm>
            <a:off x="707064" y="2057400"/>
            <a:ext cx="6993914" cy="40386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hu-HU">
                <a:solidFill>
                  <a:schemeClr val="accent1"/>
                </a:solidFill>
              </a:rPr>
              <a:t>El döntöttem a Black Jack játékot rekreálom amiben a kártya keverés miatt lwehet lesz a kártya számlálást gyakorolni</a:t>
            </a:r>
          </a:p>
          <a:p>
            <a:pPr marL="3429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hu-HU">
                <a:solidFill>
                  <a:schemeClr val="accent1"/>
                </a:solidFill>
              </a:rPr>
              <a:t>Tkinter-el el kezdtem megcsinálni az játék felületét a háttérrel kész is lettem</a:t>
            </a:r>
          </a:p>
          <a:p>
            <a:pPr marL="3429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hu-HU">
                <a:solidFill>
                  <a:schemeClr val="accent1"/>
                </a:solidFill>
              </a:rPr>
              <a:t>Gondolkoztam py gameben de az nem felelt meg igényeimnek.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3F9A8AB4-1BB7-4EFF-945D-70B2E9F3C6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85610" y="1786431"/>
            <a:ext cx="3135414" cy="328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72726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B0A721-D278-A8F7-1986-0B1894FAB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B4C64D-BD2C-4628-77F5-B038B92D7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1783" y="609600"/>
            <a:ext cx="6693061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2. hét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80D74942-C047-1F56-099A-B11D47D5A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55" y="2039872"/>
            <a:ext cx="3171893" cy="1229108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B26D275-875A-46DD-B36C-3B3161AF1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55" y="3589020"/>
            <a:ext cx="3171893" cy="14218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06B6E9-48EC-C391-0D4F-57483E6BE7F4}"/>
              </a:ext>
            </a:extLst>
          </p:cNvPr>
          <p:cNvSpPr txBox="1"/>
          <p:nvPr/>
        </p:nvSpPr>
        <p:spPr>
          <a:xfrm>
            <a:off x="4441783" y="2057400"/>
            <a:ext cx="6693061" cy="40386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hu-HU">
                <a:solidFill>
                  <a:schemeClr val="accent1"/>
                </a:solidFill>
              </a:rPr>
              <a:t>A felhasználói felülethez hozzá adtam gombokat 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hu-HU">
                <a:solidFill>
                  <a:schemeClr val="accent1"/>
                </a:solidFill>
              </a:rPr>
              <a:t>Random Shoe generálás elkészítve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hu-HU">
                <a:solidFill>
                  <a:schemeClr val="accent1"/>
                </a:solidFill>
              </a:rPr>
              <a:t>El készült az osztás logika</a:t>
            </a:r>
          </a:p>
        </p:txBody>
      </p:sp>
    </p:spTree>
    <p:extLst>
      <p:ext uri="{BB962C8B-B14F-4D97-AF65-F5344CB8AC3E}">
        <p14:creationId xmlns:p14="http://schemas.microsoft.com/office/powerpoint/2010/main" val="169329565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D8431F-4FF7-EE02-9CF8-385E071A3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86532B-5A3E-44A5-A0C2-22A0DB316C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1DCAA35-FFFE-1411-7BD6-20D74A671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64" y="609600"/>
            <a:ext cx="699391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3. hét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323C74-7FF8-1DC4-B967-673956D16DE6}"/>
              </a:ext>
            </a:extLst>
          </p:cNvPr>
          <p:cNvSpPr txBox="1"/>
          <p:nvPr/>
        </p:nvSpPr>
        <p:spPr>
          <a:xfrm>
            <a:off x="707064" y="2057400"/>
            <a:ext cx="6993914" cy="40386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hu-HU">
                <a:solidFill>
                  <a:schemeClr val="accent1"/>
                </a:solidFill>
              </a:rPr>
              <a:t>El készültek a játék kártyák melyek egy programmal lettek generálva</a:t>
            </a:r>
            <a:endParaRPr lang="hu-HU" dirty="0">
              <a:solidFill>
                <a:schemeClr val="accent1"/>
              </a:solidFill>
            </a:endParaRP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hu-HU">
                <a:solidFill>
                  <a:schemeClr val="accent1"/>
                </a:solidFill>
              </a:rPr>
              <a:t>Pillow segítségével meg jelennek a kártyák </a:t>
            </a:r>
            <a:endParaRPr lang="hu-HU" dirty="0">
              <a:solidFill>
                <a:schemeClr val="accent1"/>
              </a:solidFill>
            </a:endParaRP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endParaRPr lang="hu-HU" dirty="0">
              <a:solidFill>
                <a:schemeClr val="accent1"/>
              </a:solidFill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79B3527-F1B0-36B4-B61F-C23BF04DF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610" y="1233220"/>
            <a:ext cx="3135414" cy="438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58611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0063B-ACBA-5148-8739-A28BC4C26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5B8054-03F0-8A79-E100-E0C58104A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70335"/>
            <a:ext cx="5199926" cy="14432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4. </a:t>
            </a:r>
            <a:r>
              <a:rPr lang="en-US" sz="4000" dirty="0" err="1"/>
              <a:t>hét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CC2F5-C6F5-1FAC-E6E7-EA3D11D458BB}"/>
              </a:ext>
            </a:extLst>
          </p:cNvPr>
          <p:cNvSpPr txBox="1"/>
          <p:nvPr/>
        </p:nvSpPr>
        <p:spPr>
          <a:xfrm>
            <a:off x="1143002" y="2546430"/>
            <a:ext cx="5084178" cy="354957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hu-HU">
                <a:solidFill>
                  <a:schemeClr val="accent1"/>
                </a:solidFill>
              </a:rPr>
              <a:t>A UI-t meg csináltam funkcionálissá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hu-HU">
                <a:solidFill>
                  <a:schemeClr val="accent1"/>
                </a:solidFill>
              </a:rPr>
              <a:t>A játék működőképes 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hu-HU">
                <a:solidFill>
                  <a:schemeClr val="accent1"/>
                </a:solidFill>
              </a:rPr>
              <a:t>Bankroll hozzáadva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hu-HU">
                <a:solidFill>
                  <a:schemeClr val="accent1"/>
                </a:solidFill>
              </a:rPr>
              <a:t>A UI újra lett tervezve hogy szebb legyen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hu-HU">
                <a:solidFill>
                  <a:schemeClr val="accent1"/>
                </a:solidFill>
              </a:rPr>
              <a:t>.exe fileban elérhető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hu-HU">
                <a:solidFill>
                  <a:schemeClr val="accent1"/>
                </a:solidFill>
              </a:rPr>
              <a:t>Több ember által tesztelve Windowson és Protonnal linux alat is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endParaRPr lang="hu-HU" dirty="0">
              <a:solidFill>
                <a:schemeClr val="accent1"/>
              </a:solidFill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2FCE58F-4C90-29FF-D855-8F62A5A9A1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68" r="6" b="6"/>
          <a:stretch>
            <a:fillRect/>
          </a:stretch>
        </p:blipFill>
        <p:spPr>
          <a:xfrm>
            <a:off x="6636743" y="1238487"/>
            <a:ext cx="4741120" cy="449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47699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Bázis">
  <a:themeElements>
    <a:clrScheme name="Báz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áz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áz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FD273BB835420149A8DCC08117E0CC7E" ma:contentTypeVersion="6" ma:contentTypeDescription="Új dokumentum létrehozása." ma:contentTypeScope="" ma:versionID="d31d58ca39e1274982035dce1abeee7c">
  <xsd:schema xmlns:xsd="http://www.w3.org/2001/XMLSchema" xmlns:xs="http://www.w3.org/2001/XMLSchema" xmlns:p="http://schemas.microsoft.com/office/2006/metadata/properties" xmlns:ns3="fae9eb77-bbc0-44e2-9f48-c2a026855b8b" targetNamespace="http://schemas.microsoft.com/office/2006/metadata/properties" ma:root="true" ma:fieldsID="e784dd0097c860af1fa869c419a66376" ns3:_="">
    <xsd:import namespace="fae9eb77-bbc0-44e2-9f48-c2a026855b8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e9eb77-bbc0-44e2-9f48-c2a026855b8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ae9eb77-bbc0-44e2-9f48-c2a026855b8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479591-FD8D-4C70-8E4C-B128161752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e9eb77-bbc0-44e2-9f48-c2a026855b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4004AB0-14E7-4879-A8AF-C721930D1850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fae9eb77-bbc0-44e2-9f48-c2a026855b8b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67891D2-045A-47AB-87D7-50DE6BC0397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TM03457444[[fn=Bázis]]</Template>
  <TotalTime>77</TotalTime>
  <Words>8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Bázis</vt:lpstr>
      <vt:lpstr>Python grafikus projekt</vt:lpstr>
      <vt:lpstr>hét</vt:lpstr>
      <vt:lpstr>2. hét</vt:lpstr>
      <vt:lpstr>3. hét</vt:lpstr>
      <vt:lpstr>4. hét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grafikus projekt</dc:title>
  <dc:creator>Krisztián</dc:creator>
  <cp:lastModifiedBy>Nagy Krisztián</cp:lastModifiedBy>
  <cp:revision>135</cp:revision>
  <dcterms:created xsi:type="dcterms:W3CDTF">2026-09-11T07:49:29Z</dcterms:created>
  <dcterms:modified xsi:type="dcterms:W3CDTF">2026-10-13T17:41:57Z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0x010100FD273BB835420149A8DCC08117E0CC7E</vt:lpwstr>
  </property>
</Properties>
</file>